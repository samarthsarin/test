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8" r:id="rId6"/>
    <p:sldId id="272" r:id="rId7"/>
    <p:sldId id="264" r:id="rId8"/>
    <p:sldId id="261" r:id="rId9"/>
    <p:sldId id="274" r:id="rId10"/>
    <p:sldId id="263" r:id="rId11"/>
    <p:sldId id="266" r:id="rId12"/>
    <p:sldId id="267" r:id="rId13"/>
    <p:sldId id="269" r:id="rId14"/>
    <p:sldId id="273" r:id="rId15"/>
    <p:sldId id="25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21FD3-054B-42E8-9D39-FEC45858E0EB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5320C-C6FA-43A9-A120-A9F7FCC29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86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Preprocessing</a:t>
            </a:r>
            <a:r>
              <a:rPr lang="en-IN" baseline="0" dirty="0" smtClean="0"/>
              <a:t> Techniques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5320C-C6FA-43A9-A120-A9F7FCC29A8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333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Add unsupervised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5320C-C6FA-43A9-A120-A9F7FCC29A8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105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Change </a:t>
            </a:r>
            <a:r>
              <a:rPr lang="en-IN" dirty="0" err="1" smtClean="0"/>
              <a:t>color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5320C-C6FA-43A9-A120-A9F7FCC29A8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66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3 steps at a time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5320C-C6FA-43A9-A120-A9F7FCC29A8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237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3 steps at a time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5320C-C6FA-43A9-A120-A9F7FCC29A8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237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09AFB4D6-72DB-44F1-BB6C-85E53B815FC2}" type="datetimeFigureOut">
              <a:rPr lang="en-IN" smtClean="0"/>
              <a:t>08-11-2019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C266A9-9B92-40A5-AF58-96579A9DD01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836712"/>
            <a:ext cx="8424936" cy="2595025"/>
          </a:xfrm>
        </p:spPr>
        <p:txBody>
          <a:bodyPr>
            <a:noAutofit/>
          </a:bodyPr>
          <a:lstStyle/>
          <a:p>
            <a:r>
              <a:rPr lang="en-IN" sz="6000" dirty="0" smtClean="0"/>
              <a:t>ALL IN ONE MACHINE LEARNING WEB APP</a:t>
            </a:r>
            <a:endParaRPr lang="en-IN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4797152"/>
            <a:ext cx="7762056" cy="1502830"/>
          </a:xfrm>
        </p:spPr>
        <p:txBody>
          <a:bodyPr>
            <a:normAutofit lnSpcReduction="10000"/>
          </a:bodyPr>
          <a:lstStyle/>
          <a:p>
            <a:pPr algn="r"/>
            <a:r>
              <a:rPr lang="en-IN" dirty="0" smtClean="0"/>
              <a:t>Name - Samarth </a:t>
            </a:r>
            <a:r>
              <a:rPr lang="en-IN" dirty="0" err="1" smtClean="0"/>
              <a:t>Sarin</a:t>
            </a:r>
            <a:endParaRPr lang="en-IN" dirty="0" smtClean="0"/>
          </a:p>
          <a:p>
            <a:pPr algn="r"/>
            <a:r>
              <a:rPr lang="en-IN" dirty="0" smtClean="0"/>
              <a:t> Course - </a:t>
            </a:r>
            <a:r>
              <a:rPr lang="en-IN" dirty="0" err="1" smtClean="0"/>
              <a:t>Mtech</a:t>
            </a:r>
            <a:r>
              <a:rPr lang="en-IN" dirty="0" smtClean="0"/>
              <a:t> AI</a:t>
            </a:r>
          </a:p>
          <a:p>
            <a:pPr algn="r"/>
            <a:r>
              <a:rPr lang="en-IN" dirty="0" smtClean="0"/>
              <a:t>Roll No. – R005</a:t>
            </a:r>
          </a:p>
          <a:p>
            <a:pPr algn="r"/>
            <a:r>
              <a:rPr lang="en-IN" dirty="0" smtClean="0"/>
              <a:t>Mentor – Prof. </a:t>
            </a:r>
            <a:r>
              <a:rPr lang="en-IN" dirty="0" err="1" smtClean="0"/>
              <a:t>Siba</a:t>
            </a:r>
            <a:r>
              <a:rPr lang="en-IN" dirty="0" smtClean="0"/>
              <a:t> Panda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6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315200" cy="1154097"/>
          </a:xfrm>
        </p:spPr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00809"/>
            <a:ext cx="7906072" cy="4608552"/>
          </a:xfrm>
        </p:spPr>
        <p:txBody>
          <a:bodyPr/>
          <a:lstStyle/>
          <a:p>
            <a:r>
              <a:rPr lang="en-IN" dirty="0" smtClean="0"/>
              <a:t>Developing a User Friendly web based application which will help users to perform all Machine Learning Algorithms with only few clicks without writing any code.</a:t>
            </a:r>
          </a:p>
          <a:p>
            <a:endParaRPr lang="en-IN" dirty="0"/>
          </a:p>
          <a:p>
            <a:r>
              <a:rPr lang="en-IN" dirty="0" smtClean="0"/>
              <a:t>The main idea is to provide the user the basic insights of the data and which </a:t>
            </a:r>
            <a:r>
              <a:rPr lang="en-IN" dirty="0"/>
              <a:t>a</a:t>
            </a:r>
            <a:r>
              <a:rPr lang="en-IN" dirty="0" smtClean="0"/>
              <a:t>lgorithm will work well on this dataset. Also after analysing the results the user can go deep inside the algorithm to improve the results even more.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26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-25361"/>
            <a:ext cx="7315200" cy="1154097"/>
          </a:xfrm>
        </p:spPr>
        <p:txBody>
          <a:bodyPr/>
          <a:lstStyle/>
          <a:p>
            <a:r>
              <a:rPr lang="en-IN" dirty="0" smtClean="0"/>
              <a:t>Features of the Tool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7978080" cy="4392528"/>
          </a:xfrm>
        </p:spPr>
        <p:txBody>
          <a:bodyPr>
            <a:normAutofit/>
          </a:bodyPr>
          <a:lstStyle/>
          <a:p>
            <a:r>
              <a:rPr lang="en-IN" sz="2400" dirty="0" smtClean="0"/>
              <a:t>All Supervised Machine Learning Algorithms.</a:t>
            </a:r>
          </a:p>
          <a:p>
            <a:r>
              <a:rPr lang="en-IN" sz="2400" dirty="0" smtClean="0"/>
              <a:t>Feature Selection and Dimensionality Reduction</a:t>
            </a:r>
          </a:p>
          <a:p>
            <a:r>
              <a:rPr lang="en-IN" sz="2400" dirty="0" smtClean="0"/>
              <a:t>Visualizations</a:t>
            </a:r>
          </a:p>
          <a:p>
            <a:r>
              <a:rPr lang="en-IN" sz="2400" dirty="0" smtClean="0"/>
              <a:t>Detailed report will be generated</a:t>
            </a:r>
          </a:p>
          <a:p>
            <a:r>
              <a:rPr lang="en-IN" sz="2400" dirty="0" smtClean="0"/>
              <a:t>Report will include:</a:t>
            </a:r>
          </a:p>
          <a:p>
            <a:pPr lvl="2"/>
            <a:r>
              <a:rPr lang="en-IN" sz="1800" dirty="0" smtClean="0"/>
              <a:t>Algorithm Results</a:t>
            </a:r>
          </a:p>
          <a:p>
            <a:pPr lvl="2"/>
            <a:r>
              <a:rPr lang="en-IN" sz="1800" dirty="0" smtClean="0"/>
              <a:t>Visualizations</a:t>
            </a:r>
          </a:p>
          <a:p>
            <a:pPr lvl="2"/>
            <a:r>
              <a:rPr lang="en-IN" sz="1800" dirty="0" smtClean="0"/>
              <a:t>Results interpretations</a:t>
            </a:r>
          </a:p>
          <a:p>
            <a:pPr lvl="2"/>
            <a:r>
              <a:rPr lang="en-IN" sz="1800" dirty="0" smtClean="0"/>
              <a:t>Result Improvement Suggestions</a:t>
            </a:r>
          </a:p>
        </p:txBody>
      </p:sp>
    </p:spTree>
    <p:extLst>
      <p:ext uri="{BB962C8B-B14F-4D97-AF65-F5344CB8AC3E}">
        <p14:creationId xmlns:p14="http://schemas.microsoft.com/office/powerpoint/2010/main" val="353823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5121"/>
            <a:ext cx="7315200" cy="1154097"/>
          </a:xfrm>
        </p:spPr>
        <p:txBody>
          <a:bodyPr>
            <a:normAutofit/>
          </a:bodyPr>
          <a:lstStyle/>
          <a:p>
            <a:r>
              <a:rPr lang="en-IN" sz="3600" dirty="0" smtClean="0"/>
              <a:t>Pre-Processing Techniques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3"/>
            <a:ext cx="7906072" cy="4752568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IN" dirty="0" smtClean="0"/>
              <a:t>Handling </a:t>
            </a:r>
            <a:r>
              <a:rPr lang="en-IN" dirty="0" smtClean="0"/>
              <a:t>Missing </a:t>
            </a:r>
            <a:r>
              <a:rPr lang="en-IN" dirty="0" smtClean="0"/>
              <a:t>Values:</a:t>
            </a:r>
          </a:p>
          <a:p>
            <a:pPr lvl="1">
              <a:buFont typeface="Wingdings" pitchFamily="2" charset="2"/>
              <a:buChar char="§"/>
            </a:pPr>
            <a:r>
              <a:rPr lang="en-IN" dirty="0" smtClean="0"/>
              <a:t>Replacing by Mean</a:t>
            </a:r>
          </a:p>
          <a:p>
            <a:pPr lvl="1">
              <a:buFont typeface="Wingdings" pitchFamily="2" charset="2"/>
              <a:buChar char="§"/>
            </a:pPr>
            <a:r>
              <a:rPr lang="en-IN" dirty="0" smtClean="0"/>
              <a:t>Replacing by Median</a:t>
            </a:r>
          </a:p>
          <a:p>
            <a:pPr marL="320040" lvl="1" indent="0">
              <a:buNone/>
            </a:pPr>
            <a:endParaRPr lang="en-IN" dirty="0" smtClean="0"/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Scaling the Data</a:t>
            </a:r>
          </a:p>
          <a:p>
            <a:pPr lvl="1"/>
            <a:r>
              <a:rPr lang="en-IN" dirty="0" err="1" smtClean="0"/>
              <a:t>MinMax</a:t>
            </a:r>
            <a:r>
              <a:rPr lang="en-IN" dirty="0" smtClean="0"/>
              <a:t> </a:t>
            </a:r>
            <a:r>
              <a:rPr lang="en-IN" dirty="0" err="1" smtClean="0"/>
              <a:t>Scaler</a:t>
            </a:r>
            <a:endParaRPr lang="en-IN" dirty="0" smtClean="0"/>
          </a:p>
          <a:p>
            <a:pPr lvl="1"/>
            <a:r>
              <a:rPr lang="en-IN" dirty="0" smtClean="0"/>
              <a:t>Standard </a:t>
            </a:r>
            <a:r>
              <a:rPr lang="en-IN" dirty="0" err="1" smtClean="0"/>
              <a:t>Scaler</a:t>
            </a:r>
            <a:endParaRPr lang="en-IN" dirty="0" smtClean="0"/>
          </a:p>
          <a:p>
            <a:pPr lvl="1"/>
            <a:r>
              <a:rPr lang="en-IN" dirty="0" smtClean="0"/>
              <a:t>Robust </a:t>
            </a:r>
            <a:r>
              <a:rPr lang="en-IN" dirty="0" err="1" smtClean="0"/>
              <a:t>Scaler</a:t>
            </a:r>
            <a:endParaRPr lang="en-IN" dirty="0" smtClean="0"/>
          </a:p>
          <a:p>
            <a:pPr marL="50292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96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171400"/>
            <a:ext cx="7315200" cy="1154097"/>
          </a:xfrm>
        </p:spPr>
        <p:txBody>
          <a:bodyPr/>
          <a:lstStyle/>
          <a:p>
            <a:r>
              <a:rPr lang="en-IN" dirty="0" smtClean="0"/>
              <a:t>List of Algorithms Available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4890"/>
            <a:ext cx="7315200" cy="3539527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IN" dirty="0" smtClean="0"/>
              <a:t>Linear Regression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Ridge and Lasso Regression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Logistic Regression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Decision Trees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Random Forest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K Nearest Neighbours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Support Vector Machines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Principal Component Analysis</a:t>
            </a:r>
          </a:p>
          <a:p>
            <a:pPr marL="50292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512" y="4149080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/>
              <a:t>Feature Selection Techniques</a:t>
            </a:r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5445224"/>
            <a:ext cx="7906072" cy="864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2920" indent="-457200">
              <a:buFont typeface="+mj-lt"/>
              <a:buAutoNum type="arabicPeriod"/>
            </a:pPr>
            <a:r>
              <a:rPr lang="en-IN" dirty="0" smtClean="0"/>
              <a:t>Principle Component Analysis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Random Forest Feature Importance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91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315200" cy="1154097"/>
          </a:xfrm>
        </p:spPr>
        <p:txBody>
          <a:bodyPr/>
          <a:lstStyle/>
          <a:p>
            <a:r>
              <a:rPr lang="en-IN" dirty="0" smtClean="0"/>
              <a:t>Visualization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3"/>
            <a:ext cx="7906072" cy="4752568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IN" dirty="0" smtClean="0"/>
              <a:t>Distribution Plot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Bar Plot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Scatter Plot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Heat Map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Box Plot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Violin Plot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Count Plot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Pair Plots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59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:\Users\Samarth\Downloads\Untitled Diagram (5).png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656"/>
            <a:ext cx="7416824" cy="6408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71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80" y="-243408"/>
            <a:ext cx="7315200" cy="115409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Steps (With Default Parameters)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880" y="1196752"/>
            <a:ext cx="8099920" cy="4752528"/>
          </a:xfrm>
        </p:spPr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IN" dirty="0" smtClean="0"/>
              <a:t>Upload Dataset in CSV Format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Select different algorithms that user wants to perform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Enter the name of Dependent Variable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Variables which the user wants to drop.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parameter to fill missing values (Mean, Median)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Enter test split size.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Analyse the Results.</a:t>
            </a:r>
          </a:p>
          <a:p>
            <a:pPr marL="502920" indent="-457200">
              <a:buFont typeface="+mj-lt"/>
              <a:buAutoNum type="arabicPeriod"/>
            </a:pPr>
            <a:endParaRPr lang="en-IN" dirty="0" smtClean="0"/>
          </a:p>
          <a:p>
            <a:pPr marL="502920" indent="-457200">
              <a:buFont typeface="+mj-lt"/>
              <a:buAutoNum type="arabicPeriod"/>
            </a:pPr>
            <a:endParaRPr lang="en-IN" dirty="0"/>
          </a:p>
          <a:p>
            <a:pPr marL="45720" indent="0">
              <a:buNone/>
            </a:pPr>
            <a:endParaRPr lang="en-IN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12" y="2852936"/>
            <a:ext cx="8729852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4880" y="4149080"/>
            <a:ext cx="8379568" cy="27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30820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80" y="-243408"/>
            <a:ext cx="7315200" cy="115409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Steps (With Default Parameters)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880" y="1196752"/>
            <a:ext cx="8099920" cy="4752528"/>
          </a:xfrm>
        </p:spPr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IN" dirty="0" smtClean="0"/>
              <a:t>Enter </a:t>
            </a:r>
            <a:r>
              <a:rPr lang="en-IN" dirty="0"/>
              <a:t>the name of Dependent Variable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Variables which the user wants to drop.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parameter to fill missing values (Mean, Median)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Enter test split size.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Analyse the Results.</a:t>
            </a:r>
          </a:p>
          <a:p>
            <a:pPr marL="502920" indent="-457200">
              <a:buFont typeface="+mj-lt"/>
              <a:buAutoNum type="arabicPeriod"/>
            </a:pPr>
            <a:endParaRPr lang="en-IN" dirty="0" smtClean="0"/>
          </a:p>
          <a:p>
            <a:pPr marL="502920" indent="-457200">
              <a:buFont typeface="+mj-lt"/>
              <a:buAutoNum type="arabicPeriod"/>
            </a:pPr>
            <a:endParaRPr lang="en-IN" dirty="0"/>
          </a:p>
          <a:p>
            <a:pPr marL="45720" indent="0">
              <a:buNone/>
            </a:pPr>
            <a:endParaRPr lang="en-IN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12" y="2852936"/>
            <a:ext cx="8729852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4880" y="4149080"/>
            <a:ext cx="8379568" cy="27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67476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80" y="260648"/>
            <a:ext cx="7947520" cy="1154097"/>
          </a:xfrm>
        </p:spPr>
        <p:txBody>
          <a:bodyPr>
            <a:normAutofit fontScale="90000"/>
          </a:bodyPr>
          <a:lstStyle/>
          <a:p>
            <a:r>
              <a:rPr lang="en-IN" dirty="0"/>
              <a:t>Steps (With Hyper parameter Tuning)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880" y="1196752"/>
            <a:ext cx="8523584" cy="4752528"/>
          </a:xfrm>
        </p:spPr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IN" dirty="0"/>
              <a:t>Upload Dataset in CSV Format</a:t>
            </a:r>
            <a:r>
              <a:rPr lang="en-IN" dirty="0" smtClean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Select </a:t>
            </a:r>
            <a:r>
              <a:rPr lang="en-IN" dirty="0"/>
              <a:t>different algorithms that user wants to perform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Interested in Hyper parameter tuning option on Algorithm page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Enter the name of </a:t>
            </a:r>
            <a:r>
              <a:rPr lang="en-IN" dirty="0" smtClean="0"/>
              <a:t>Dependent Variable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Enter Cross Validation Size</a:t>
            </a:r>
            <a:endParaRPr lang="en-IN" dirty="0"/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</a:t>
            </a:r>
            <a:r>
              <a:rPr lang="en-IN" dirty="0" smtClean="0"/>
              <a:t>Variables which the </a:t>
            </a:r>
            <a:r>
              <a:rPr lang="en-IN" dirty="0"/>
              <a:t>user wants to </a:t>
            </a:r>
            <a:r>
              <a:rPr lang="en-IN" dirty="0" smtClean="0"/>
              <a:t>drop.</a:t>
            </a:r>
            <a:endParaRPr lang="en-IN" dirty="0"/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parameter to fill missing values (Mean, Median)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value for cross validation.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Select all the Hyper Parameters for Tuning.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/>
              <a:t>Analyse the Results.</a:t>
            </a:r>
          </a:p>
          <a:p>
            <a:pPr marL="502920" indent="-457200">
              <a:buFont typeface="+mj-lt"/>
              <a:buAutoNum type="arabicPeriod"/>
            </a:pPr>
            <a:endParaRPr lang="en-IN" dirty="0"/>
          </a:p>
          <a:p>
            <a:pPr marL="502920" indent="-457200">
              <a:buFont typeface="+mj-lt"/>
              <a:buAutoNum type="arabicPeriod"/>
            </a:pPr>
            <a:endParaRPr lang="en-IN" dirty="0"/>
          </a:p>
          <a:p>
            <a:pPr marL="502920" indent="-457200">
              <a:buFont typeface="+mj-lt"/>
              <a:buAutoNum type="arabicPeriod"/>
            </a:pPr>
            <a:endParaRPr lang="en-IN" dirty="0"/>
          </a:p>
          <a:p>
            <a:pPr marL="4572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12" y="2852936"/>
            <a:ext cx="8729852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4880" y="4149080"/>
            <a:ext cx="8379568" cy="27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27951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80" y="260649"/>
            <a:ext cx="7947520" cy="720080"/>
          </a:xfrm>
        </p:spPr>
        <p:txBody>
          <a:bodyPr>
            <a:normAutofit/>
          </a:bodyPr>
          <a:lstStyle/>
          <a:p>
            <a:r>
              <a:rPr lang="en-IN" sz="3600" dirty="0"/>
              <a:t>Python</a:t>
            </a:r>
            <a:r>
              <a:rPr lang="en-IN" dirty="0"/>
              <a:t> </a:t>
            </a:r>
            <a:r>
              <a:rPr lang="en-IN" sz="3600" dirty="0"/>
              <a:t>Dependencies</a:t>
            </a:r>
            <a:r>
              <a:rPr lang="en-IN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880" y="1196752"/>
            <a:ext cx="8523584" cy="4752528"/>
          </a:xfrm>
        </p:spPr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IN" dirty="0"/>
              <a:t>Flask for Python and HTML Integration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err="1"/>
              <a:t>Scikit</a:t>
            </a:r>
            <a:r>
              <a:rPr lang="en-IN" dirty="0"/>
              <a:t>-learn for Machine Learning Algorithms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err="1"/>
              <a:t>Matplotlib</a:t>
            </a:r>
            <a:r>
              <a:rPr lang="en-IN" dirty="0"/>
              <a:t> and </a:t>
            </a:r>
            <a:r>
              <a:rPr lang="en-IN" dirty="0" err="1"/>
              <a:t>Seaborn</a:t>
            </a:r>
            <a:r>
              <a:rPr lang="en-IN" dirty="0"/>
              <a:t> for Visualizations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err="1"/>
              <a:t>Docx</a:t>
            </a:r>
            <a:r>
              <a:rPr lang="en-IN" dirty="0"/>
              <a:t> for Report </a:t>
            </a:r>
            <a:r>
              <a:rPr lang="en-IN" dirty="0" smtClean="0"/>
              <a:t>Generation</a:t>
            </a:r>
          </a:p>
          <a:p>
            <a:pPr marL="502920" indent="-457200">
              <a:buFont typeface="+mj-lt"/>
              <a:buAutoNum type="arabicPeriod"/>
            </a:pPr>
            <a:r>
              <a:rPr lang="en-IN" dirty="0" smtClean="0"/>
              <a:t>HTML and CSS for Website development.</a:t>
            </a:r>
            <a:endParaRPr lang="en-IN" dirty="0"/>
          </a:p>
          <a:p>
            <a:pPr marL="50292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12" y="2852936"/>
            <a:ext cx="8729852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4880" y="4149080"/>
            <a:ext cx="8379568" cy="27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77588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3" y="339370"/>
            <a:ext cx="7315200" cy="115409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772816"/>
            <a:ext cx="7315200" cy="353952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5275"/>
            <a:ext cx="9143999" cy="626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38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4642"/>
            <a:ext cx="7488832" cy="6464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723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7315200" cy="1154097"/>
          </a:xfrm>
        </p:spPr>
        <p:txBody>
          <a:bodyPr/>
          <a:lstStyle/>
          <a:p>
            <a:r>
              <a:rPr lang="en-IN" dirty="0" smtClean="0"/>
              <a:t>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28800"/>
            <a:ext cx="7315200" cy="3539527"/>
          </a:xfrm>
        </p:spPr>
        <p:txBody>
          <a:bodyPr/>
          <a:lstStyle/>
          <a:p>
            <a:r>
              <a:rPr lang="en-IN" dirty="0" smtClean="0"/>
              <a:t>Adding Unsupervised Machine Learning Algorithms</a:t>
            </a:r>
          </a:p>
          <a:p>
            <a:r>
              <a:rPr lang="en-IN" dirty="0" smtClean="0"/>
              <a:t>Adding more complex algorithms like </a:t>
            </a:r>
            <a:r>
              <a:rPr lang="en-IN" dirty="0" err="1" smtClean="0"/>
              <a:t>Adaboost</a:t>
            </a:r>
            <a:r>
              <a:rPr lang="en-IN" dirty="0" smtClean="0"/>
              <a:t> and </a:t>
            </a:r>
            <a:r>
              <a:rPr lang="en-IN" dirty="0" err="1" smtClean="0"/>
              <a:t>XGBoost</a:t>
            </a:r>
            <a:endParaRPr lang="en-IN" dirty="0" smtClean="0"/>
          </a:p>
          <a:p>
            <a:r>
              <a:rPr lang="en-IN" dirty="0" smtClean="0"/>
              <a:t>Interactive Visualization Support with more interactive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55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852936"/>
            <a:ext cx="7315200" cy="1154097"/>
          </a:xfrm>
        </p:spPr>
        <p:txBody>
          <a:bodyPr>
            <a:normAutofit/>
          </a:bodyPr>
          <a:lstStyle/>
          <a:p>
            <a:pPr algn="ctr"/>
            <a:r>
              <a:rPr lang="en-IN" sz="6600" dirty="0" smtClean="0"/>
              <a:t>THANK YOU</a:t>
            </a:r>
            <a:endParaRPr lang="en-IN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7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454</Words>
  <Application>Microsoft Office PowerPoint</Application>
  <PresentationFormat>On-screen Show (4:3)</PresentationFormat>
  <Paragraphs>100</Paragraphs>
  <Slides>15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Perspective</vt:lpstr>
      <vt:lpstr>ALL IN ONE MACHINE LEARNING WEB APP</vt:lpstr>
      <vt:lpstr>Problem Statement</vt:lpstr>
      <vt:lpstr>Features of the Tool </vt:lpstr>
      <vt:lpstr>Pre-Processing Techniques</vt:lpstr>
      <vt:lpstr>List of Algorithms Available</vt:lpstr>
      <vt:lpstr>Visualization</vt:lpstr>
      <vt:lpstr>PowerPoint Presentation</vt:lpstr>
      <vt:lpstr>Steps (With Default Parameters)</vt:lpstr>
      <vt:lpstr>Steps (With Default Parameters)</vt:lpstr>
      <vt:lpstr>Steps (With Hyper parameter Tuning) </vt:lpstr>
      <vt:lpstr>Python Dependencies </vt:lpstr>
      <vt:lpstr>PowerPoint Presentation</vt:lpstr>
      <vt:lpstr>PowerPoint Presentation</vt:lpstr>
      <vt:lpstr>Future Scope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IN ONE MACHINE LEARNING WEB APP</dc:title>
  <dc:creator>Samarth Sarin</dc:creator>
  <cp:lastModifiedBy>Samarth</cp:lastModifiedBy>
  <cp:revision>17</cp:revision>
  <dcterms:created xsi:type="dcterms:W3CDTF">2019-08-26T15:48:32Z</dcterms:created>
  <dcterms:modified xsi:type="dcterms:W3CDTF">2019-11-08T12:22:55Z</dcterms:modified>
</cp:coreProperties>
</file>